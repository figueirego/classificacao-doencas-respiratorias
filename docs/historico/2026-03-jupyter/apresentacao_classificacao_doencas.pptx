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UNIFACISA - Sistemas de Informação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Classificação de Doenças Respiratórias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Partir de Sintomas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0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de Máquina — Projeto Final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Moura Portela Sousa  |  João Matheus de Figueiredo Tavares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Bruno Rafael Araújo Vasconcelos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diferenciar doenças respiratórias que compartilham sintomas semelhantes?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560320" cy="2560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256032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Pneumonia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Infecção pulmonar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febre, calafrios e vômito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1.212 amostras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2560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54864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Bronquite Aguda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Inflamação brônquica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tosse e expectoração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1.213 amostras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560320" cy="25603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256032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Asma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3774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alérgica com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 no peito e sibilos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474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 amostras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Kaggle: 246.945 registros | 773 doenças | 377 sintomas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Coleta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 filtrado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3 doenças (3.329 amostras)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0972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Limpeza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360 colunas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variância zero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EDA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16002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dos sintomas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260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Feature Selection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Chi-quadrado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Mútua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29260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9260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Modelagem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modelos treinados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(70% treino / 30% teste)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926080"/>
            <a:ext cx="2606040" cy="14630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92608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Avaliação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0" y="34290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confusão,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CV 5-fold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Ferramentas: Jupyter Notebook | Python | Scikit-learn | Pandas | Matplotlib | Seaborn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Exploratória dos Dados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4206240" cy="27432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22960"/>
            <a:ext cx="4206240" cy="27432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611880"/>
            <a:ext cx="6400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Sintomas Mais Discriminativos por Doença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822960"/>
            <a:ext cx="8778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Seleção de Features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108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977640"/>
            <a:ext cx="3840480" cy="100584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977640"/>
            <a:ext cx="64008" cy="10058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4023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377 → 17 sintomas relevantes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verdadeiramente discriminativos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colunas removidas (todos zeros)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886200"/>
            <a:ext cx="429768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dos Modelos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097280"/>
                <a:gridCol w="118872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Acurácia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5-fold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90,3% ± 0,7%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88,8% ± 0,8%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90,3% ± 0,7%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Neural (MLP)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90,3% ± 0,8%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926080"/>
            <a:ext cx="8595360" cy="2103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Matrizes de Confusão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Interpretabilidade dos Modelos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77240"/>
            <a:ext cx="8869680" cy="23774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154680"/>
            <a:ext cx="4389120" cy="192024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154680"/>
            <a:ext cx="43891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Conclusões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4 modelos alcançaram ~90% de acurácia com dados reais do Kaggle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377 para 17 sintomas (apenas 9 discriminativos)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Sintomas-chave: reação alérgica (Asma), expectoração (Bronquite), calafrios/vômito (Pneumonia)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desafio: confusão entre Pneumonia e Bronquite Aguda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Recomendação: Árvore de Decisão (interpretável) ou Regressão Logística (estável)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performance está na natureza dos dados, não nos algoritmos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7863840" cy="27432"/>
          </a:xfrm>
          <a:prstGeom prst="rect">
            <a:avLst/>
          </a:prstGeom>
          <a:solidFill>
            <a:srgbClr val="B0D8E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trabalho foi desenvolvido em Jupyter Notebook com Python, Scikit-learn, Pandas e Matplotlib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de Doenças Respiratórias</dc:title>
  <dc:subject>PptxGenJS Presentation</dc:subject>
  <dc:creator>Equipe ML - UNIFACISA</dc:creator>
  <cp:lastModifiedBy>Equipe ML - UNIFACISA</cp:lastModifiedBy>
  <cp:revision>1</cp:revision>
  <dcterms:created xsi:type="dcterms:W3CDTF">2026-03-15T02:38:53Z</dcterms:created>
  <dcterms:modified xsi:type="dcterms:W3CDTF">2026-03-15T02:38:53Z</dcterms:modified>
</cp:coreProperties>
</file>